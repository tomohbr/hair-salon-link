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Salon Owner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HPB 予約、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自動で取り込めます。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の予約メールを HairSalonLink に自動転送する設定マニュアル。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設定にかかる時間：約 5 分 / 月 100 件まで完全無料。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なぜこの設定が必要か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 クイックガイド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設定するとこう変わります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45920"/>
            <a:ext cx="73152" cy="914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373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1783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ダブルブッキング防止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の予約が入った瞬間、LINE・自社HP の空き枠からも自動で外れます。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43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45920" y="2788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予約情報の一元管理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108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全チャネルの予約が HairSalonLink に集約。カレンダー 1 つで全把握。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49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3794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手入力ゼロ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メールを見て手打ちする作業が不要に。店舗業務に集中できます。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事前に準備するもの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 クイックガイド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ご準備いただくもの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55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の連絡先メール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0299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から予約メールが届く Gmail アカウント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Gmail のパスワード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852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連携の初回認証に使用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3383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ログイン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6758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既にお渡し済みのメール/パスワード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この3つが揃っていれば、あとは営業員がセットアップを代行いたします。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設定の流れ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 クイックガイド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設定は 3 ステップだけ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17830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で URL 発行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設定画面の「HPBメール自動連携」セクションで Webhook URL をコピー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2377440"/>
            <a:ext cx="0" cy="27432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2743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で Gmail と連携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108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(無料サービス) に Gmail アカウントを繋ぐ → 「HPB から来たメール」を検知する設定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3337560"/>
            <a:ext cx="0" cy="27432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37033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動作テスト → 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「Test」ボタンで動くか確認 → Zap を ON にすれば以降は全自動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導入後の日々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 クイックガイド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設定完了後、こう動きます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09:15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1755648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901952"/>
            <a:ext cx="0" cy="329184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45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でお客様が予約を完了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09:15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2231136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4792" y="2377440"/>
            <a:ext cx="0" cy="329184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1214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から店舗 Gmail に予約確定メール着信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96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09:16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91640" y="2706624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64792" y="2852928"/>
            <a:ext cx="0" cy="329184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5968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が検知し、HairSalonLink に転送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072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09:16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91640" y="3182112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64792" y="3328416"/>
            <a:ext cx="0" cy="329184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0723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に予約枠が自動作成される（source=hotpepper）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547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09:16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91640" y="3657600"/>
            <a:ext cx="146304" cy="146304"/>
          </a:xfrm>
          <a:prstGeom prst="ellipse">
            <a:avLst/>
          </a:prstGeom>
          <a:solidFill>
            <a:srgbClr val="166534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3547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LINE・自社HP 予約ページでその枠が「予約不可」に切替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F1ECE3"/>
          </a:solidFill>
          <a:ln w="381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51960"/>
            <a:ext cx="73152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270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オーナー様の操作: 一切不要。届いた予約を予約一覧で眺めるだけ。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Q&amp;A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 クイックガイド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よくあるご質問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費用はかかりますか？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100 件までは完全無料。月 100 件を超える予約がある繁盛店の場合のみ、Zapier Starter プラン月額 $19.99 (約 3,000 円) で 20,000 件まで対応可能です。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の予約メールを停止してもいいですか？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停止しないでください。メールが届くことが前提の連携です。普段メールを読む必要はありません。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キャンセルや予約変更も反映されますか？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はい。HPB が送る変更・キャンセルメールも自動検出して HairSalonLink 側に反映します。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途中で解除したい時は？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の管理画面で Zap を OFF にするだけ。HairSalonLink 側も設定画面から Webhook URL を無効化できます。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お気軽に、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ご相談ください。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サポート窓口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Email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shibahara.724@gmail.com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hair-salon-link-production.up.railway.app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HPB予約 自動連携 クイックガイド (オーナー様向け)</dc:title>
  <dc:subject>PptxGenJS Presentation</dc:subject>
  <dc:creator>HairSalonLink</dc:creator>
  <cp:lastModifiedBy>HairSalonLink</cp:lastModifiedBy>
  <cp:revision>1</cp:revision>
  <dcterms:created xsi:type="dcterms:W3CDTF">2026-04-22T01:30:07Z</dcterms:created>
  <dcterms:modified xsi:type="dcterms:W3CDTF">2026-04-22T01:30:07Z</dcterms:modified>
</cp:coreProperties>
</file>