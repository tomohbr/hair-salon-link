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 SALON LINK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600" kern="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Migration Guide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ホットペッパーから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データ移行マニュアル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/ サロンボードの顧客・メニュー・クーポンを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に CSV で一括移行する全手順。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 — 全体像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データ移行のフロー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00200"/>
            <a:ext cx="1828800" cy="45720"/>
          </a:xfrm>
          <a:prstGeom prst="rect">
            <a:avLst/>
          </a:prstGeom>
          <a:solidFill>
            <a:srgbClr val="9C7A4A"/>
          </a:solidFill>
          <a:ln w="12700">
            <a:solidFill>
              <a:srgbClr val="9C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7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/ サロンボード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 を出力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2194560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95600" y="16002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95600" y="1600200"/>
            <a:ext cx="1828800" cy="45720"/>
          </a:xfrm>
          <a:prstGeom prst="rect">
            <a:avLst/>
          </a:prstGeom>
          <a:solidFill>
            <a:srgbClr val="6B5F52"/>
          </a:solidFill>
          <a:ln w="12700">
            <a:solidFill>
              <a:srgbClr val="6B5F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704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F5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3276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 ファイル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3276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端末に保存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2688" y="2194560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51120" y="16002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51120" y="1600200"/>
            <a:ext cx="18288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256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882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828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取込ボタン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8208" y="2194560"/>
            <a:ext cx="42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E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16002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06640" y="1600200"/>
            <a:ext cx="1828800" cy="457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5438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取込完了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4380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自動マッピング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所要時間：1店舗あたり 約 10 分（顧客 500名規模）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対応データ（3種類）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160520"/>
            <a:ext cx="2468880" cy="64008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名前・電話・メール・来店履歴・累計金額 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4160520"/>
            <a:ext cx="2468880" cy="64008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カット・カラー・パーマ 等の料金＆所要時間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0" y="4160520"/>
            <a:ext cx="2468880" cy="64008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8076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名称・割引・有効期限 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— HPB から顧客CSVを出力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顧客データを CSV で書き出す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サロンボード（HPB の管理画面）の顧客カルテ機能から CSV を出力します。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0136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サロンボードに PC でログイン  (salonboard.com)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6712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48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左メニュー「顧客カルテ」→ 「顧客一覧」を開く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画面上部の「CSVダウンロード」または「エクスポート」ボタン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880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出力期間：「全期間」「現時点の全顧客」を選択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26440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出力項目：基本情報 + 来店履歴 + 売上金額 にチェック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63016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「ダウンロード」→ 端末に CSV ファイルを保存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9592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977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ファイル名の例: customer_list_20260421.csv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804672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531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文字コードは Shift-JIS で出力されますが、HairSalonLink が自動変換します。加工不要。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— メニュー・クーポンCSVを出力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メニュー / クーポンも同じ要領で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886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388620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 CSV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サロンボード → 「HPB掲載管理」→ 「メニュー設定」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「メニュー設定」画面で一覧を表示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画面上部の「CSV 出力」ボタン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出力項目：メニュー名 / カテゴリ / 料金 / 所要時間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端末に保存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463040"/>
            <a:ext cx="3886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463040"/>
            <a:ext cx="3886200" cy="73152"/>
          </a:xfrm>
          <a:prstGeom prst="rect">
            <a:avLst/>
          </a:prstGeom>
          <a:solidFill>
            <a:srgbClr val="9C7A4A"/>
          </a:solidFill>
          <a:ln w="12700">
            <a:solidFill>
              <a:srgbClr val="9C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 CSV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2057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サロンボード → 「HPB掲載管理」→ 「クーポン設定」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「クーポン一覧」画面を表示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9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画面上部の「CSV 出力」ボタン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3337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出力項目：クーポン名 / 割引額 / 有効期限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端末に保存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HPB のメニュー / クーポンは「HPB掲載管理」配下にあります。見当たらない時は検索バーで「CSV」と検索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— HairSalonLink に取込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CSV を HairSalonLink に取込む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CSV の種類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HairSalonLink の取込先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下部タブ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 CSV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顧客管理ページの右上「CSV取込」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7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「顧客」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メニュー CSV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メニュー管理ページの右上「CSV取込」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7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「メニュー」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クーポン CSV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クーポン管理ページの右上「CSV取込」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7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「もっと」→「クーポン」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取込の実際の流れ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04488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該当ページ（例：顧客管理）を開く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197096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4178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右上「CSV取込」→ ファイル選択 → HPB の CSV を選ぶ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489704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44714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プレビュー確認 →「取込を実行」→ 完了レポート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 — 自動マッピング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列名が違っても自動で認識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・ サロンボード・Excel 手作成、どれでも OK。列の順番・追加列があっても問題ありません。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HairSalonLink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受け付ける列名（いずれかでOK）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顧客名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顧客名 / お客様名 / 氏名 / 名前 / お名前 / name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電話番号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電話番号 / 電話 / TEL / 携帯番号 / モバイル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来店回数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来店回数 / 累計来店数 / 来店数 / visit_count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累計金額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累計金額 / 累計売上 / 総額 / 合計金額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メニュー料金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 / 金額 / 価格 / 税込金額 / price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クーポン割引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割引額 / 値引額 / 金額 / discount  ※「%」付きなら割合として解釈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 — 重複処理の仕組み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「新規 or 更新」を自動判定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何度取り込んでも重複は作られません。既存データは上書き更新されます。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82880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電話番号で判定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電話番号 → メール の順で一致検索。両方なければ新規作成。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82880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828800"/>
            <a:ext cx="2560320" cy="73152"/>
          </a:xfrm>
          <a:prstGeom prst="rect">
            <a:avLst/>
          </a:prstGeom>
          <a:solidFill>
            <a:srgbClr val="9C7A4A"/>
          </a:solidFill>
          <a:ln w="12700">
            <a:solidFill>
              <a:srgbClr val="9C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名前で判定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メニュー名（大文字小文字・空白を無視）で判定。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182880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1828800"/>
            <a:ext cx="2560320" cy="7315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タイトルで判定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クーポン名で一致検索。同名は上書き、違えば新規作成。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取込レポート：新規 / 更新 / スキップ の件数を毎回表示します。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TEMPLATE — テンプレート CSV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HPB を使っていない店舗向け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契約がない、紙台帳で管理している店舗でも OK。HairSalonLink 内で空のテンプレ CSV をダウンロードして、Excel で埋めて取込むだけ。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顧客管理・メニュー管理・クーポン管理のいずれかを開く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右上「CSV取込」→ モーダル内「テンプレート CSV をダウンロード」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/ Googleスプレッドシート で開き、項目を入力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CSV（UTF-8 推奨）で保存 → 同じ「CSV取込」ボタンからアップロード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050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顧客テンプレの1行目（列名）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顧客名,フリガナ,電話番号,メール,誕生日,性別,初回来店日,最終来店日,来店回数,累計金額,メモ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EXPORT — 逆方向の CSV 出力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HairSalonLink からも CSV 出力可能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税務処理、外部ツール連携、バックアップ用途など、いつでも CSV 出力できます。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6537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顧客管理・メニュー管理・クーポン管理のいずれかを開く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27685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40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右上「CSV出力」をタップ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端末に CSV ファイルがダウンロードされる（BOM付UTF-8、Excel 互換）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99816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ファイル名の例: customers_{slug}_2026-04-21.csv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57600"/>
            <a:ext cx="73152" cy="10515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30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出力される項目（顧客の場合）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顧客名, フリガナ, 電話番号, メール, 誕生日, 性別, 流入元, 初回来店日,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最終来店日, 来店回数, 累計金額, LINE連携, タグ, メモ, 登録日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TROUBLESHOOT — 困った時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取込でエラーが出た時の即解決表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症状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原因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日本語が文字化け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Shift-JIS 判定失敗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 で開き、UTF-8 (BOM付き) で保存し直して再取込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すべてスキップされる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顧客名 / メニュー名 列が認識できていない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1行目のヘッダーに「顧客名」「メニュー名」等の日本語列名を追加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二重登録された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電話番号の表記ゆれ（ハイフン有無）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 で電話番号列を統一（ハイフン削除）→ 再取込で統合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クーポンの割引が 0 円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「割引額」列に「500円」「20%」など単位混在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「%」は自動で割合判定、それ以外は数字のみ残して取込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メニューの所要時間が 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「所要時間」列に「60分」など単位付き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自動で数字のみ抽出。空なら 60 分デフォルト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BEST PRACTICE — 成功するコツ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HPBデータ移行手順書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スムーズに移行するための 5 原則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顧客から先に取込む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737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メニュー・クーポンより先に顧客 CSV を取込む。以降の売上紐付けがスムーズに。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電話番号を統一する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59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の CSV は表記揺れあり。Excel で「ハイフン削除」「先頭0 保持」を揃える。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7066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7066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 10件でテスト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いきなり全件ではなく、サンプル抽出で一度取込 → 結果を確認してから全件移行。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3284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バックアップを取る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602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取込前に HairSalonLink 側の「CSV出力」でバックアップ。戻したくなった時のお守り。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950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営業員が事前に代行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245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商談前日までに代行取込 → 当日オーナーは「結果確認」するだけ。オーナー負担ゼロ。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過去のデータを、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 行も失わず移行する。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の CSV はそのまま使える（自動マッピング）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重複は電話 / 名前 / タイトルで自動判定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テンプレートからの手入力にも対応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いつでも CSV 出力できる（バックアップ可）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 ·  Data Migration Guide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HPBデータ移行手順書</dc:title>
  <dc:subject>PptxGenJS Presentation</dc:subject>
  <dc:creator>HairSalonLink</dc:creator>
  <cp:lastModifiedBy>HairSalonLink</cp:lastModifiedBy>
  <cp:revision>1</cp:revision>
  <dcterms:created xsi:type="dcterms:W3CDTF">2026-04-21T07:26:52Z</dcterms:created>
  <dcterms:modified xsi:type="dcterms:W3CDTF">2026-04-21T07:26:52Z</dcterms:modified>
</cp:coreProperties>
</file>