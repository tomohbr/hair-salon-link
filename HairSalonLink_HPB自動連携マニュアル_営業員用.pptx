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 SALON LINK —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600" kern="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 Sales Staff Only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HPB 予約の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リアルタイム自動連携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代行セットアップマニュアル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3200400" cy="137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862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予約メールを Zapier 経由で HairSalonLink に自動転送。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ダブルブッキング防止・設定5分・月100件まで無料。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本資料は社外持ち出し禁止。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OVERVIEW — なぜ必要か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HPB と HairSalonLink のダブルブッキング問題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2560320" cy="1097280"/>
          </a:xfrm>
          <a:prstGeom prst="rect">
            <a:avLst/>
          </a:prstGeom>
          <a:solidFill>
            <a:srgbClr val="FEF2F2"/>
          </a:solidFill>
          <a:ln w="635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(ホットペッパー)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14:00〜16:00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山田花子様 新規予約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645920"/>
            <a:ext cx="2560320" cy="1097280"/>
          </a:xfrm>
          <a:prstGeom prst="rect">
            <a:avLst/>
          </a:prstGeom>
          <a:solidFill>
            <a:srgbClr val="F1ECE3"/>
          </a:solidFill>
          <a:ln w="6350">
            <a:solidFill>
              <a:srgbClr val="06C7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C7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/ 自社HP 予約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14:30〜16:00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鈴木一郎様 新規予約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645920"/>
            <a:ext cx="2560320" cy="1097280"/>
          </a:xfrm>
          <a:prstGeom prst="rect">
            <a:avLst/>
          </a:prstGeom>
          <a:solidFill>
            <a:srgbClr val="0C0A09"/>
          </a:solidFill>
          <a:ln w="1016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💥 ダブルブッキング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気づいた時には2名同時来店。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当日キャンセル・信用失墜・損失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 解決策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C9A96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37560"/>
            <a:ext cx="73152" cy="13716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429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予約メールを Zapier 経由で HairSalonLink に自動転送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7947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Gmail に HPB メールが届いた瞬間、5秒以内に HairSalonLink に反映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LINE・自社HP の予約枠が即座に「予約不可」に更新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HPB の予約番号で重複検知、何度転送されても安全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FLOW — 自動連携の流れ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メールが届いてから予約枠に反映されるまで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20240"/>
            <a:ext cx="17830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488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→ Gmail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お客様が予約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50008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560320" y="19202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1920240"/>
            <a:ext cx="1783080" cy="91440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1488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6032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Zapier 検知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新着メールを検出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61688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920240"/>
            <a:ext cx="1783080" cy="914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1488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📮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Webhook 送信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本文を POST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73368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583680" y="19202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0" y="1920240"/>
            <a:ext cx="1783080" cy="914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1488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58368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予約枠を自動作成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3657600"/>
            <a:ext cx="73152" cy="10058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749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所要時間 / コスト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40233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初回セットアップ: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5F52"/>
                </a:solidFill>
              </a:rPr>
              <a:t>約 5 分（Zapier 登録＋連携設定）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反映までの遅延: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5F52"/>
                </a:solidFill>
              </a:rPr>
              <a:t>メール受信から 1〜15 分（Zapier のポーリング間隔に依存）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月額費用: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5F52"/>
                </a:solidFill>
              </a:rPr>
              <a:t>100 件/月まで完全無料、超過時のみ Zapier 有料プラン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PREP — 事前に準備するもの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代行前にお客様から確認すべきもの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HPB 登録メール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HPB に登録されている連絡先 Gmail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Zapier で読み取る対象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Gmail アカウント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上記と同一の Google アカウント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Zapier 連携許可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HairSalonLink 権限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オーナー or 代行オペレータのログイン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設定画面で Webhook URL 発行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Zapier アカウント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新規登録 (無料)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連携ロボットを作成する場所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931920"/>
            <a:ext cx="73152" cy="7315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00507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代行のコツ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オーナーが Zapier アカウントを持つことが重要（代行用アカウントは後で権限移譲が面倒）。代行時は商談先で一緒に作成 → オーナー本人の手でパスワード設定。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— HairSalonLink で Webhook URL を発行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まず HairSalonLink 側で URL を発行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91056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5544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にログイン（オーナーアカウント）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066544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029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下部タブ「もっと」→「設定」を開く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542032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50545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「HPB メール自動連携」カードを見つける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98094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「Webhook URL を発行」ボタンをタップ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4564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表示された URL の「コピー」ボタンで控える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rgbClr val="0C0A09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187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 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91640" y="41879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1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https://hair-salon-link-production.up.railway.app/api/inbound/hpb/abc123...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 — Zapier アカウント作成・Gmail 連携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Zapier に Gmail を連携する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8046720" cy="594360"/>
          </a:xfrm>
          <a:prstGeom prst="rect">
            <a:avLst/>
          </a:prstGeom>
          <a:solidFill>
            <a:srgbClr val="0C0A09"/>
          </a:solidFill>
          <a:ln w="6350">
            <a:solidFill>
              <a:srgbClr val="FF4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4A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48132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E1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https://zapier.com/sign-up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292608" cy="292608"/>
          </a:xfrm>
          <a:prstGeom prst="ellipse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28600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 を開いて「Sign up」→ Google アカウントでサインアップ（Gmail のアカウント）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61488"/>
            <a:ext cx="292608" cy="292608"/>
          </a:xfrm>
          <a:prstGeom prst="ellipse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724912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プロフィール情報: 役職「Marketing Manager」/ チーム規模「1-10」適当でOK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292608" cy="292608"/>
          </a:xfrm>
          <a:prstGeom prst="ellipse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16382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アプリ選択画面は Gmail を選んで次へ（後で追加できる）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39312"/>
            <a:ext cx="292608" cy="292608"/>
          </a:xfrm>
          <a:prstGeom prst="ellipse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60273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ダッシュボードが表示されたら OK、次の STEP に進む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無料枠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42519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Free プランで OK（月 100 タスクまで無料）。超えそうなら Starter $19.99/月に上げる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— Zap 作成・Trigger 設定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Trigger: Gmail で HPB メールを検知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設定項目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入力する値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App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Gmail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Event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New Email Matching Search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Account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サロンの Gmail アカウントを選択（初回は認証許可）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Search String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50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from:hotpepper.jp OR from:beauty.hotpepper.jp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/ Mailbox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空欄でOK（全フォルダから検索）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4069080"/>
            <a:ext cx="73152" cy="64008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1148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Test Trigger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「Test trigger」を押すと過去の HPB メールが 1 件読み込まれる。サンプルが取れたら次へ。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 — Zap 作成・Action 設定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Action: HairSalonLink に POST 転送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設定項目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入力する値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App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Webhooks by Zapier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Event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POST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URL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 1 でコピーした HairSalonLink の Webhook URL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Payload Type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JSON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Data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Key: body   Value: Gmail の [Body Plain] を選択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Wrap in Array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Unflatten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solidFill>
            <a:srgbClr val="FEF2F2"/>
          </a:solidFill>
          <a:ln w="3810">
            <a:solidFill>
              <a:srgbClr val="B850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URL は他人に絶対に見せない。漏れたら設定画面で即再発行。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 — 動作テストして Zap を 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テスト実行で動作確認 → Publish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636776"/>
            <a:ext cx="292608" cy="29260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60020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Action 設定画面下部「Test Action」ボタンを押す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75688"/>
            <a:ext cx="292608" cy="29260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039112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側から 200 OK（または {ok:true, parsed:1}）が返ればテスト成功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292608" cy="29260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の /reservations 画面を開いて、テスト予約が反映されていることを確認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91693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「Publish Zap」ボタンで Zap を ON にする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92424"/>
            <a:ext cx="292608" cy="29260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35584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Zapier のダッシュボードで Zap ステータスが「On」になっていれば運用開始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solidFill>
            <a:srgbClr val="F1ECE3"/>
          </a:solidFill>
          <a:ln w="3810">
            <a:solidFill>
              <a:srgbClr val="1665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60520"/>
            <a:ext cx="73152" cy="5486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最終確認: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翌日以降、実際の HPB 予約が入った時、HairSalonLink の予約一覧に「hotpepper」源として自動表示されているかを見る。1 件でも反映されたら成功。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ALT — Zapier が使えない場合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代替手段 (Zapier が合わない時)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8046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54480"/>
            <a:ext cx="73152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459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280160" y="16459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Apps Script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19202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Gmail に直接スクリプト設置。完全無料・無制限。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分毎の定期実行で未読の HPB メールを読んで Webhook に POST。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8046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06040"/>
            <a:ext cx="73152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6974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B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280160" y="26974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Cloudflare Email Routing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97180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独自ドメインを持っている場合、hpb@marici.com のような受信用アドレスを作って直接 Worker 経由で転送。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8046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657600"/>
            <a:ext cx="73152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490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C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280160" y="37490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手動ペースト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0233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の予約画面「HPB メール取込」ボタン。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オーナーが届いたメールをコピペして取り込み。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TROUBLE — よくあるトラブル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 自動連携セットアップ（社内限定）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956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現場で詰まった時の即解決表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474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症状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原因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Zap が発火しない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Search String の誤り / Gmail 連携切れ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Search String 確認、Gmail 連携再認証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Test Action で 400 or 404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Webhook URL のトークンが壊れている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設定画面で再発行 → Zapier 側の URL 更新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 OK だが予約に反映されない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メール本文のパースに失敗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そのメール本文を support@... に送って調査依頼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同じ予約が重複する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HPB 変更メールを新規扱い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パーサ側で自動識別するが、念のため予約一覧で確認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Data フィールドに Body Plain が無い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Gmail のフィールド選択ミス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Zapier の Action 設定で「Show all options」→ Body Plain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ダブルブッキング、ゼロへ。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715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697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で Webhook URL 発行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9718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設定→HPB メール自動連携→URL 発行ボタン。トークンは秘密、他人に見せない。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401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33832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Zapier で Gmail ↔ Webhook を繋ぐ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36576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Trigger: New Email Matching Search / Action: Webhooks POST + Body Plain。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4087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40690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運用は自動・月100件まで無料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43434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リアルタイム反映・重複検知・衝突検知を自動処理。オーナーは日常操作ゼロ。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7680960" cy="137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09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 ·  社内マニュアル  ·  v1.0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HairSalonLink HPBメール自動連携 セットアップ手順書 (営業員向け)</dc:title>
  <dc:subject>PptxGenJS Presentation</dc:subject>
  <dc:creator>HairSalonLink</dc:creator>
  <cp:lastModifiedBy>HairSalonLink</cp:lastModifiedBy>
  <cp:revision>1</cp:revision>
  <dcterms:created xsi:type="dcterms:W3CDTF">2026-04-22T01:30:07Z</dcterms:created>
  <dcterms:modified xsi:type="dcterms:W3CDTF">2026-04-22T01:30:07Z</dcterms:modified>
</cp:coreProperties>
</file>