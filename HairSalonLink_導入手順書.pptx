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3152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88936"/>
            <a:ext cx="10689336" cy="73152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71600"/>
            <a:ext cx="9683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GUIDE  / 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011680"/>
            <a:ext cx="96834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9683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導入手順書 — 当日30分で運用開始まで。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4023360"/>
            <a:ext cx="9683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本資料は、店舗オーナーさまと営業担当が一緒に進める、当日のセットアップ手順を示します。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9788" y="5120640"/>
            <a:ext cx="1280160" cy="502920"/>
          </a:xfrm>
          <a:prstGeom prst="rect">
            <a:avLst/>
          </a:prstGeom>
          <a:solidFill>
            <a:srgbClr val="263C54"/>
          </a:solidFill>
          <a:ln/>
        </p:spPr>
      </p:sp>
      <p:sp>
        <p:nvSpPr>
          <p:cNvPr id="9" name="Text 7"/>
          <p:cNvSpPr/>
          <p:nvPr/>
        </p:nvSpPr>
        <p:spPr>
          <a:xfrm>
            <a:off x="589788" y="5120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61388" y="5120640"/>
            <a:ext cx="1280160" cy="502920"/>
          </a:xfrm>
          <a:prstGeom prst="rect">
            <a:avLst/>
          </a:prstGeom>
          <a:solidFill>
            <a:srgbClr val="263C54"/>
          </a:solidFill>
          <a:ln/>
        </p:spPr>
      </p:sp>
      <p:sp>
        <p:nvSpPr>
          <p:cNvPr id="11" name="Text 9"/>
          <p:cNvSpPr/>
          <p:nvPr/>
        </p:nvSpPr>
        <p:spPr>
          <a:xfrm>
            <a:off x="1961388" y="5120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店舗情報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2988" y="5120640"/>
            <a:ext cx="1280160" cy="502920"/>
          </a:xfrm>
          <a:prstGeom prst="rect">
            <a:avLst/>
          </a:prstGeom>
          <a:solidFill>
            <a:srgbClr val="263C54"/>
          </a:solidFill>
          <a:ln/>
        </p:spPr>
      </p:sp>
      <p:sp>
        <p:nvSpPr>
          <p:cNvPr id="13" name="Text 11"/>
          <p:cNvSpPr/>
          <p:nvPr/>
        </p:nvSpPr>
        <p:spPr>
          <a:xfrm>
            <a:off x="3332988" y="5120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メニュー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4588" y="5120640"/>
            <a:ext cx="1280160" cy="502920"/>
          </a:xfrm>
          <a:prstGeom prst="rect">
            <a:avLst/>
          </a:prstGeom>
          <a:solidFill>
            <a:srgbClr val="263C54"/>
          </a:solidFill>
          <a:ln/>
        </p:spPr>
      </p:sp>
      <p:sp>
        <p:nvSpPr>
          <p:cNvPr id="15" name="Text 13"/>
          <p:cNvSpPr/>
          <p:nvPr/>
        </p:nvSpPr>
        <p:spPr>
          <a:xfrm>
            <a:off x="4704588" y="5120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スタッフ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76188" y="5120640"/>
            <a:ext cx="1280160" cy="502920"/>
          </a:xfrm>
          <a:prstGeom prst="rect">
            <a:avLst/>
          </a:prstGeom>
          <a:solidFill>
            <a:srgbClr val="263C54"/>
          </a:solidFill>
          <a:ln/>
        </p:spPr>
      </p:sp>
      <p:sp>
        <p:nvSpPr>
          <p:cNvPr id="17" name="Text 15"/>
          <p:cNvSpPr/>
          <p:nvPr/>
        </p:nvSpPr>
        <p:spPr>
          <a:xfrm>
            <a:off x="6076188" y="5120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LINE接続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47788" y="5120640"/>
            <a:ext cx="1280160" cy="502920"/>
          </a:xfrm>
          <a:prstGeom prst="rect">
            <a:avLst/>
          </a:prstGeom>
          <a:solidFill>
            <a:srgbClr val="263C54"/>
          </a:solidFill>
          <a:ln/>
        </p:spPr>
      </p:sp>
      <p:sp>
        <p:nvSpPr>
          <p:cNvPr id="19" name="Text 17"/>
          <p:cNvSpPr/>
          <p:nvPr/>
        </p:nvSpPr>
        <p:spPr>
          <a:xfrm>
            <a:off x="7447788" y="5120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テスト予約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19388" y="5120640"/>
            <a:ext cx="1280160" cy="502920"/>
          </a:xfrm>
          <a:prstGeom prst="rect">
            <a:avLst/>
          </a:prstGeom>
          <a:solidFill>
            <a:srgbClr val="263C54"/>
          </a:solidFill>
          <a:ln/>
        </p:spPr>
      </p:sp>
      <p:sp>
        <p:nvSpPr>
          <p:cNvPr id="21" name="Text 19"/>
          <p:cNvSpPr/>
          <p:nvPr/>
        </p:nvSpPr>
        <p:spPr>
          <a:xfrm>
            <a:off x="8819388" y="5120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運用開始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5943600"/>
            <a:ext cx="9683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所要時間: 約 30〜45分 (LINE公式アカウント未作成の場合は +20分)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PREREQUISITES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始める前に、以下をご用意ください。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465886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103120"/>
            <a:ext cx="73152" cy="109728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4293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メールアドレス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4293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ログインIDになります。普段使っているもので結構です。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27548" y="2103120"/>
            <a:ext cx="465886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27548" y="2103120"/>
            <a:ext cx="73152" cy="109728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10" name="Text 8"/>
          <p:cNvSpPr/>
          <p:nvPr/>
        </p:nvSpPr>
        <p:spPr>
          <a:xfrm>
            <a:off x="5756148" y="2240280"/>
            <a:ext cx="4293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クレジットカード (任意)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56148" y="2606040"/>
            <a:ext cx="4293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Free/Standard/Pro どのプランにするかで判断。Freeは不要です。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465886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383280"/>
            <a:ext cx="73152" cy="109728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0440"/>
            <a:ext cx="4293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公式アカウント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4293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未作成の場合は、Step 5 で一緒に作成します。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27548" y="3383280"/>
            <a:ext cx="465886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27548" y="3383280"/>
            <a:ext cx="73152" cy="109728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18" name="Text 16"/>
          <p:cNvSpPr/>
          <p:nvPr/>
        </p:nvSpPr>
        <p:spPr>
          <a:xfrm>
            <a:off x="5756148" y="3520440"/>
            <a:ext cx="4293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店舗の基本情報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56148" y="3886200"/>
            <a:ext cx="4293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店舗名・住所・電話番号・営業時間。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465886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663440"/>
            <a:ext cx="73152" cy="109728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00600"/>
            <a:ext cx="4293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メニュー一覧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166360"/>
            <a:ext cx="4293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メニュー名・料金・所要時間が分かるメモかリスト。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27548" y="4663440"/>
            <a:ext cx="465886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27548" y="4663440"/>
            <a:ext cx="73152" cy="109728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26" name="Text 24"/>
          <p:cNvSpPr/>
          <p:nvPr/>
        </p:nvSpPr>
        <p:spPr>
          <a:xfrm>
            <a:off x="5756148" y="4800600"/>
            <a:ext cx="4293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スタッフ情報 (任意)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56148" y="5166360"/>
            <a:ext cx="4293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名前・役職 (ディレクター/スタイリスト等)・指名料。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6217920"/>
            <a:ext cx="9683496" cy="640080"/>
          </a:xfrm>
          <a:prstGeom prst="rect">
            <a:avLst/>
          </a:prstGeom>
          <a:solidFill>
            <a:srgbClr val="E5EDF2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" y="6217920"/>
            <a:ext cx="73152" cy="64008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6217920"/>
            <a:ext cx="9317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HPB の既存顧客データがある場合は、CSV をダウンロードしておくと Step 3 で取り込めます。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— 導入手順書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089136" y="7104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アカウントを登録する。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9683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ブラウザから登録ページにアクセスし、メールアドレスとパスワードを設定します。プランは「Free」から始めて、必要に応じて Standard / Pro にアップグレードできます。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3200400"/>
            <a:ext cx="9683496" cy="640080"/>
          </a:xfrm>
          <a:prstGeom prst="rect">
            <a:avLst/>
          </a:prstGeom>
          <a:solidFill>
            <a:srgbClr val="E5EDF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3200400"/>
            <a:ext cx="91440" cy="64008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登録URL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9226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https://hair-salon-link-production.up.railway.app/register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「Free」プランを選択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15000" y="4160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クレジットカード登録なしで開始できます。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店舗名・お名前・メール・パスワードを入力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15000" y="4846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パスワードは8文字以上を推奨。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5486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「無料で始める」ボタンをクリック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715000" y="5532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登録完了後、自動でダッシュボードに遷移します。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6355080"/>
            <a:ext cx="9683496" cy="640080"/>
          </a:xfrm>
          <a:prstGeom prst="rect">
            <a:avLst/>
          </a:prstGeom>
          <a:solidFill>
            <a:srgbClr val="E6F4EE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6355080"/>
            <a:ext cx="73152" cy="640080"/>
          </a:xfrm>
          <a:prstGeom prst="rect">
            <a:avLst/>
          </a:prstGeom>
          <a:solidFill>
            <a:srgbClr val="1A7A5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6355080"/>
            <a:ext cx="9317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F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登録 → ダッシュボード表示までは、約 2分です。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— 導入手順書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089136" y="7104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店舗情報を登録する。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9683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ダッシュボード左メニューの「設定」を開き、店舗情報フォームに入力します。ここで設定する内容は、お客様向けの予約ページにも表示されます。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3108960"/>
            <a:ext cx="9683496" cy="502920"/>
          </a:xfrm>
          <a:prstGeom prst="rect">
            <a:avLst/>
          </a:prstGeom>
          <a:solidFill>
            <a:srgbClr val="F5EBD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9226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メニューの場所:  サイドバー →  設定  →  店舗情報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931920"/>
            <a:ext cx="9683496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931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店舗名 *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0360" y="3931920"/>
            <a:ext cx="7123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Hair Salon NORTH TOKYO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434840"/>
            <a:ext cx="9683496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434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住所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0360" y="4434840"/>
            <a:ext cx="7123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東京都渋谷区神宮前1-2-3 アートビル2F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937760"/>
            <a:ext cx="9683496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937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電話番号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0360" y="4937760"/>
            <a:ext cx="7123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03-1234-5678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5440680"/>
            <a:ext cx="9683496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440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店舗説明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5440680"/>
            <a:ext cx="7123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神宮前のプライベート美容室。指名制中心。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6355080"/>
            <a:ext cx="9683496" cy="640080"/>
          </a:xfrm>
          <a:prstGeom prst="rect">
            <a:avLst/>
          </a:prstGeom>
          <a:solidFill>
            <a:srgbClr val="E5EDF2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6355080"/>
            <a:ext cx="73152" cy="64008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6355080"/>
            <a:ext cx="9317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営業時間と定休日の設定は、初期値「平日10-19時 / 日曜定休」で運用しながら追って調整できます。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— 導入手順書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89136" y="7104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メニューを登録する。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9683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サイドバーの「メニュー」を開き、提供メニューを追加します。メニュー名・料金・所要時間が必須項目です。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3108960"/>
            <a:ext cx="3474720" cy="50292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メニュー名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77640" y="3108960"/>
            <a:ext cx="2011680" cy="50292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カテゴリ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3108960"/>
            <a:ext cx="2011680" cy="50292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01000" y="3108960"/>
            <a:ext cx="2194560" cy="50292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3108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所要時間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3474720" cy="457200"/>
          </a:xfrm>
          <a:prstGeom prst="rect">
            <a:avLst/>
          </a:prstGeom>
          <a:solidFill>
            <a:srgbClr val="F5F3E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61188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カット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977640" y="3611880"/>
            <a:ext cx="2011680" cy="457200"/>
          </a:xfrm>
          <a:prstGeom prst="rect">
            <a:avLst/>
          </a:prstGeom>
          <a:solidFill>
            <a:srgbClr val="F5F3E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42232" y="36118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89320" y="3611880"/>
            <a:ext cx="2011680" cy="457200"/>
          </a:xfrm>
          <a:prstGeom prst="rect">
            <a:avLst/>
          </a:prstGeom>
          <a:solidFill>
            <a:srgbClr val="F5F3E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36118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¥4,400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01000" y="3611880"/>
            <a:ext cx="2194560" cy="457200"/>
          </a:xfrm>
          <a:prstGeom prst="rect">
            <a:avLst/>
          </a:prstGeom>
          <a:solidFill>
            <a:srgbClr val="F5F3E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5592" y="36118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069080"/>
            <a:ext cx="34747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406908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カット + カラー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977640" y="4069080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42232" y="40690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89320" y="4069080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3912" y="40690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¥13,200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01000" y="4069080"/>
            <a:ext cx="21945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65592" y="40690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120分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4526280"/>
            <a:ext cx="3474720" cy="457200"/>
          </a:xfrm>
          <a:prstGeom prst="rect">
            <a:avLst/>
          </a:prstGeom>
          <a:solidFill>
            <a:srgbClr val="F5F3E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452628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パーマ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977640" y="4526280"/>
            <a:ext cx="2011680" cy="457200"/>
          </a:xfrm>
          <a:prstGeom prst="rect">
            <a:avLst/>
          </a:prstGeom>
          <a:solidFill>
            <a:srgbClr val="F5F3E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42232" y="45262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989320" y="4526280"/>
            <a:ext cx="2011680" cy="457200"/>
          </a:xfrm>
          <a:prstGeom prst="rect">
            <a:avLst/>
          </a:prstGeom>
          <a:solidFill>
            <a:srgbClr val="F5F3E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3912" y="45262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¥11,000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01000" y="4526280"/>
            <a:ext cx="2194560" cy="457200"/>
          </a:xfrm>
          <a:prstGeom prst="rect">
            <a:avLst/>
          </a:prstGeom>
          <a:solidFill>
            <a:srgbClr val="F5F3E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65592" y="45262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120分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" y="4983480"/>
            <a:ext cx="34747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" y="498348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縮毛矯正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977640" y="4983480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42232" y="49834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989320" y="4983480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53912" y="49834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¥22,000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001000" y="4983480"/>
            <a:ext cx="21945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65592" y="49834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180分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02920" y="5440680"/>
            <a:ext cx="3474720" cy="457200"/>
          </a:xfrm>
          <a:prstGeom prst="rect">
            <a:avLst/>
          </a:prstGeom>
          <a:solidFill>
            <a:srgbClr val="F5F3E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" y="544068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トリートメント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977640" y="5440680"/>
            <a:ext cx="2011680" cy="457200"/>
          </a:xfrm>
          <a:prstGeom prst="rect">
            <a:avLst/>
          </a:prstGeom>
          <a:solidFill>
            <a:srgbClr val="F5F3E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42232" y="54406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989320" y="5440680"/>
            <a:ext cx="2011680" cy="457200"/>
          </a:xfrm>
          <a:prstGeom prst="rect">
            <a:avLst/>
          </a:prstGeom>
          <a:solidFill>
            <a:srgbClr val="F5F3E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53912" y="54406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¥3,300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001000" y="5440680"/>
            <a:ext cx="2194560" cy="457200"/>
          </a:xfrm>
          <a:prstGeom prst="rect">
            <a:avLst/>
          </a:prstGeom>
          <a:solidFill>
            <a:srgbClr val="F5F3E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65592" y="54406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30分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02920" y="6355080"/>
            <a:ext cx="9683496" cy="640080"/>
          </a:xfrm>
          <a:prstGeom prst="rect">
            <a:avLst/>
          </a:prstGeom>
          <a:solidFill>
            <a:srgbClr val="E5EDF2"/>
          </a:solidFill>
          <a:ln/>
        </p:spPr>
      </p:sp>
      <p:sp>
        <p:nvSpPr>
          <p:cNvPr id="54" name="Shape 52"/>
          <p:cNvSpPr/>
          <p:nvPr/>
        </p:nvSpPr>
        <p:spPr>
          <a:xfrm>
            <a:off x="502920" y="6355080"/>
            <a:ext cx="73152" cy="64008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55" name="Text 53"/>
          <p:cNvSpPr/>
          <p:nvPr/>
        </p:nvSpPr>
        <p:spPr>
          <a:xfrm>
            <a:off x="731520" y="6355080"/>
            <a:ext cx="9317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HPB の CSV データがある場合は、「予約」画面の「HPB予約をインポート」から顧客と予約をまとめて取り込めます。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— 導入手順書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089136" y="7104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スタッフを登録する。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9683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「設定」→「スタッフ」 (または「予約」→「スタッフ管理」) からスタッフ情報を追加します。5階層 (Director / Top / Stylist / Junior / Assistant) と指名料を設定できます。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3291840"/>
            <a:ext cx="9683496" cy="45720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7180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指名料 (例)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3291840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749040"/>
            <a:ext cx="9683496" cy="411480"/>
          </a:xfrm>
          <a:prstGeom prst="rect">
            <a:avLst/>
          </a:prstGeom>
          <a:solidFill>
            <a:srgbClr val="F5F3E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¥2,000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57800" y="3749040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店長クラス、最上位指名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968349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7180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¥1,500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57800" y="4160520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トップスタイリスト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572000"/>
            <a:ext cx="9683496" cy="411480"/>
          </a:xfrm>
          <a:prstGeom prst="rect">
            <a:avLst/>
          </a:prstGeom>
          <a:solidFill>
            <a:srgbClr val="F5F3E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572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Stylist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71800" y="4572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¥1,000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57800" y="4572000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通常スタイリスト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983480"/>
            <a:ext cx="968349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983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Junior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971800" y="4983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¥500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57800" y="4983480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ジュニアスタイリスト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5394960"/>
            <a:ext cx="9683496" cy="411480"/>
          </a:xfrm>
          <a:prstGeom prst="rect">
            <a:avLst/>
          </a:prstGeom>
          <a:solidFill>
            <a:srgbClr val="F5F3EF"/>
          </a:solidFill>
          <a:ln w="3810">
            <a:solidFill>
              <a:srgbClr val="D9D3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394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971800" y="5394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57800" y="5394960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アシスタント (指名対象外)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6355080"/>
            <a:ext cx="9683496" cy="640080"/>
          </a:xfrm>
          <a:prstGeom prst="rect">
            <a:avLst/>
          </a:prstGeom>
          <a:solidFill>
            <a:srgbClr val="E5EDF2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6355080"/>
            <a:ext cx="73152" cy="64008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6355080"/>
            <a:ext cx="9317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指名料は店舗ごとに自由に設定できます。指名予約時は自動で料金に加算されます。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— 導入手順書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89136" y="7104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/  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公式アカウントを準備する。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9683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Messaging API の利用には「LINE 公式アカウント」と「Messaging API チャネル」が必要です。未作成の場合は、以下の3手順で作成します (5〜10分)。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3200400"/>
            <a:ext cx="9683496" cy="914400"/>
          </a:xfrm>
          <a:prstGeom prst="rect">
            <a:avLst/>
          </a:prstGeom>
          <a:solidFill>
            <a:srgbClr val="F5F3E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291840"/>
            <a:ext cx="8769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for Business で公式アカウントを作成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611880"/>
            <a:ext cx="8769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https://www.linebiz.com/jp/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8769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「公式アカウントを開設」→ 店舗名・カテゴリを入力。無料プランでOK。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4251960"/>
            <a:ext cx="9683496" cy="914400"/>
          </a:xfrm>
          <a:prstGeom prst="rect">
            <a:avLst/>
          </a:prstGeom>
          <a:solidFill>
            <a:srgbClr val="F5F3E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343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4343400"/>
            <a:ext cx="8769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Developers Console にアクセス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663440"/>
            <a:ext cx="8769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https://developers.line.biz/console/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43000" y="4892040"/>
            <a:ext cx="8769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プロバイダー (会社名やオーナー名) を作成 → そのプロバイダー内に「Messaging API」チャネルを新規作成。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5303520"/>
            <a:ext cx="9683496" cy="914400"/>
          </a:xfrm>
          <a:prstGeom prst="rect">
            <a:avLst/>
          </a:prstGeom>
          <a:solidFill>
            <a:srgbClr val="F5F3E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394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5394960"/>
            <a:ext cx="8769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Messaging API チャネルから値を取得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5715000"/>
            <a:ext cx="8769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(同上画面の「Basic settings」「Messaging API」タブ)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43000" y="5943600"/>
            <a:ext cx="8769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次の3つをコピー: Channel ID / Channel secret / Channel access token (long-lived)。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— 導入手順書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89136" y="7104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/  PART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取得した値を、HairSalonLink に登録する。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9683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ダッシュボード「設定」→「LINE 連携」フォームに、Step 5-Part1 で取得した3つの値を入力します。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926080"/>
            <a:ext cx="4384548" cy="2743200"/>
          </a:xfrm>
          <a:prstGeom prst="rect">
            <a:avLst/>
          </a:prstGeom>
          <a:solidFill>
            <a:srgbClr val="E6F4EE"/>
          </a:solidFill>
          <a:ln w="12700">
            <a:solidFill>
              <a:srgbClr val="1A7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108960"/>
            <a:ext cx="39273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Developers から取得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39273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ID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3927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settings タブ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39273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secret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3927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settings タブ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4846320"/>
            <a:ext cx="39273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access token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166360"/>
            <a:ext cx="3927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API タブ → Long-lived</a:t>
            </a:r>
            <a:endParaRPr lang="en-US" sz="10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6068" y="4023360"/>
            <a:ext cx="457200" cy="4572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01868" y="2926080"/>
            <a:ext cx="4384548" cy="2743200"/>
          </a:xfrm>
          <a:prstGeom prst="rect">
            <a:avLst/>
          </a:prstGeom>
          <a:solidFill>
            <a:srgbClr val="E5EDF2"/>
          </a:solidFill>
          <a:ln w="12700">
            <a:solidFill>
              <a:srgbClr val="1F5F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0468" y="3108960"/>
            <a:ext cx="39273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HairSalonLink で入力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30468" y="3566160"/>
            <a:ext cx="39273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ID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030468" y="3886200"/>
            <a:ext cx="3927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そのまま貼り付け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030468" y="4206240"/>
            <a:ext cx="39273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Secret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030468" y="4526280"/>
            <a:ext cx="3927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そのまま貼り付け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030468" y="4846320"/>
            <a:ext cx="39273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Token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030468" y="5166360"/>
            <a:ext cx="3927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そのまま貼り付け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" y="6355080"/>
            <a:ext cx="9683496" cy="640080"/>
          </a:xfrm>
          <a:prstGeom prst="rect">
            <a:avLst/>
          </a:prstGeom>
          <a:solidFill>
            <a:srgbClr val="FFF3D9"/>
          </a:solidFill>
          <a:ln/>
        </p:spPr>
      </p:sp>
      <p:sp>
        <p:nvSpPr>
          <p:cNvPr id="23" name="Shape 20"/>
          <p:cNvSpPr/>
          <p:nvPr/>
        </p:nvSpPr>
        <p:spPr>
          <a:xfrm>
            <a:off x="502920" y="6355080"/>
            <a:ext cx="73152" cy="640080"/>
          </a:xfrm>
          <a:prstGeom prst="rect">
            <a:avLst/>
          </a:prstGeom>
          <a:solidFill>
            <a:srgbClr val="B8924F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6355080"/>
            <a:ext cx="9317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保存後、LINE Developers の「Messaging API」 → 「Webhook URL」 に、設定画面に表示される Webhook URL を貼り付けて「Use webhook」をオンにしてください。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— 導入手順書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089136" y="7104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テスト予約をして、動作確認する。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9683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公開予約URLにアクセスし、テスト顧客として予約を入れます。</a:t>
            </a:r>
            <a:endParaRPr lang="en-US" sz="13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ダッシュボードに予約が反映されること、LINE接続済みの場合は通知が届くことを確認します。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3200400"/>
            <a:ext cx="9683496" cy="640080"/>
          </a:xfrm>
          <a:prstGeom prst="rect">
            <a:avLst/>
          </a:prstGeom>
          <a:solidFill>
            <a:srgbClr val="E5EDF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3200400"/>
            <a:ext cx="91440" cy="64008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予約ページURL (各店舗)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9226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https://hair-salon-link-production.up.railway.app/book/&lt;店舗のslug&gt;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06908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023360"/>
            <a:ext cx="9226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メニューを選択 → 日時を選択 → 顧客情報入力 → 予約確定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4297680"/>
            <a:ext cx="9226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ダッシュボード「予約」に表示されることを確認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61772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4572000"/>
            <a:ext cx="9226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「顧客」画面で新規顧客が作成されたことを確認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60120" y="4846320"/>
            <a:ext cx="9226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顧客名・電話番号・予約履歴が紐づいているか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1663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5120640"/>
            <a:ext cx="9226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「ダッシュボード」KPI が更新されたか確認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960120" y="5394960"/>
            <a:ext cx="9226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予約数・売上見込みなど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71500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5669280"/>
            <a:ext cx="9226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(LINE接続済の場合) LINE 友だち追加 → 「予約」とメッセージ送信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60120" y="5943600"/>
            <a:ext cx="9226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 が予約URLを返信すれば成功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— 導入手順書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9089136" y="7104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2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3152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88936"/>
            <a:ext cx="10689336" cy="73152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0"/>
            <a:ext cx="9683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 /  DAILY OPERATIONS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9683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セットアップ完了。明日からの運用へ。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9683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ここから先は、毎日の運用フロー。1日5分でOKです。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291840"/>
            <a:ext cx="7946136" cy="685800"/>
          </a:xfrm>
          <a:prstGeom prst="rect">
            <a:avLst/>
          </a:prstGeom>
          <a:solidFill>
            <a:srgbClr val="263C54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3291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朝 10:00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3291840"/>
            <a:ext cx="5934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ダッシュボードを開いて当日予約を確認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371600" y="4069080"/>
            <a:ext cx="7946136" cy="685800"/>
          </a:xfrm>
          <a:prstGeom prst="rect">
            <a:avLst/>
          </a:prstGeom>
          <a:solidFill>
            <a:srgbClr val="263C54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4069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施術中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4069080"/>
            <a:ext cx="5934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予約画面でカルテを記入 (ブランド・比率・所感)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71600" y="4846320"/>
            <a:ext cx="7946136" cy="685800"/>
          </a:xfrm>
          <a:prstGeom prst="rect">
            <a:avLst/>
          </a:prstGeom>
          <a:solidFill>
            <a:srgbClr val="263C54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846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終業後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4846320"/>
            <a:ext cx="5934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売上自動集計を確認、必要ならクーポン配信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371600" y="5623560"/>
            <a:ext cx="7946136" cy="685800"/>
          </a:xfrm>
          <a:prstGeom prst="rect">
            <a:avLst/>
          </a:prstGeom>
          <a:solidFill>
            <a:srgbClr val="263C54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5623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週1回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5623560"/>
            <a:ext cx="5934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「分析」画面で HPB→自社移行率をチェック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766560"/>
            <a:ext cx="9683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お困りの際は、いつでもお問い合わせください。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7040880"/>
            <a:ext cx="9683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shibahara.724@gmail.com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HairSalonLink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HairSalonLink 導入手順書</dc:title>
  <dc:subject>PptxGenJS Presentation</dc:subject>
  <dc:creator>HairSalonLink</dc:creator>
  <cp:lastModifiedBy>HairSalonLink</cp:lastModifiedBy>
  <cp:revision>1</cp:revision>
  <dcterms:created xsi:type="dcterms:W3CDTF">2026-04-20T13:42:39Z</dcterms:created>
  <dcterms:modified xsi:type="dcterms:W3CDTF">2026-04-20T13:42:39Z</dcterms:modified>
</cp:coreProperties>
</file>