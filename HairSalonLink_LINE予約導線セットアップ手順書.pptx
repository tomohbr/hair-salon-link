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36576" cy="8229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 SALON LINK — INTERNAL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BE1C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LINE から予約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セットアップ手順書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3200400" cy="1371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520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 友だちが「予約」ボタンをタップするだけで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自社予約ページに直行できる導線を作る。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事前にこちらで設定できる部分 / オーナーに任せる部分を明確化。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OVERVIEW — 3つの予約導線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LINE予約導線セットアップ（社内限定）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 / 営業員用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LINEからお客様を予約ページに誘導する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この3つをすべて設定すると、友だち追加したお客様は確実に予約まで到達できる。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25603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828800"/>
            <a:ext cx="2560320" cy="73152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6C755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240280" y="2103120"/>
            <a:ext cx="685800" cy="27432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0280" y="21031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あいさつメッセージ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31546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友だち追加の瞬間に予約ページ URL を自動送信。最初の接点で即予約誘導。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1828800"/>
            <a:ext cx="25603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828800"/>
            <a:ext cx="2560320" cy="7315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937760" y="2103120"/>
            <a:ext cx="685800" cy="2743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1031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強推奨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リッチメニュー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74720" y="31546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トーク画面の下に常時表示される「予約する」ボタン。最も強い導線。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1828800"/>
            <a:ext cx="25603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0" y="1828800"/>
            <a:ext cx="2560320" cy="73152"/>
          </a:xfrm>
          <a:prstGeom prst="rect">
            <a:avLst/>
          </a:prstGeom>
          <a:solidFill>
            <a:srgbClr val="9C7A4A"/>
          </a:solidFill>
          <a:ln w="12700">
            <a:solidFill>
              <a:srgbClr val="9C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9C7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35240" y="2103120"/>
            <a:ext cx="685800" cy="274320"/>
          </a:xfrm>
          <a:prstGeom prst="rect">
            <a:avLst/>
          </a:prstGeom>
          <a:solidFill>
            <a:srgbClr val="9C7A4A"/>
          </a:solidFill>
          <a:ln w="12700">
            <a:solidFill>
              <a:srgbClr val="9C7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35240" y="21031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設定済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キーワード自動返信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72200" y="31546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お客様が「予約」と送った瞬間に URL を返信。HairSalonLink が自動処理。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PREP — 事前チェック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LINE予約導線セットアップ（社内限定）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 / 営業員用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設定前に揃える情報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474720"/>
                <a:gridCol w="2377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取得場所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予約ページ URL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店舗ごとの公開URL（/book/店舗slug）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HairSalonLink 設定画面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LINE公式アカウント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作成済み・Messaging API 有効化済み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LINE Official Account Manager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リッチメニュー画像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2500x1686px（1:0.67） JPG/PNG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要作成 or テンプレ流用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あいさつ文のテキスト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店舗ごとにカスタマイズした予約案内文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テンプレから微調整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206240"/>
            <a:ext cx="8046720" cy="594360"/>
          </a:xfrm>
          <a:prstGeom prst="rect">
            <a:avLst/>
          </a:prstGeom>
          <a:solidFill>
            <a:srgbClr val="F1ECE3"/>
          </a:solidFill>
          <a:ln w="3810">
            <a:solidFill>
              <a:srgbClr val="C9A9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4206240"/>
            <a:ext cx="73152" cy="5943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2519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予約ページURLの例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44988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https://hair-salon-link-production.up.railway.app/book/〈店舗のslug〉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 — 予約ページ URL を取得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LINE予約導線セットアップ（社内限定）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 / 営業員用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店舗専用の予約 URL を確保する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545336"/>
            <a:ext cx="292608" cy="29260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45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508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にログイン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1956816"/>
            <a:ext cx="292608" cy="29260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56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1920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下部タブ「もっと」→「設定」を開く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368296"/>
            <a:ext cx="292608" cy="29260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3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331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画面上部の「公開予約URL」カード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2779776"/>
            <a:ext cx="292608" cy="29260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2743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 右の「コピー」アイコン or 手動で URL を全選択コピー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191256"/>
            <a:ext cx="292608" cy="29260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154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「プレビュー」ボタンで実際のページを確認（お客様視点でのUX確認）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8046720" cy="1005840"/>
          </a:xfrm>
          <a:prstGeom prst="rect">
            <a:avLst/>
          </a:prstGeom>
          <a:solidFill>
            <a:srgbClr val="F1ECE3"/>
          </a:solidFill>
          <a:ln w="3810">
            <a:solidFill>
              <a:srgbClr val="C9A9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794760"/>
            <a:ext cx="73152" cy="10058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8587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URL が長い場合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リッチメニューなど文字数制限がある場所に貼る場合、短縮 URL（Bitly / TinyURL）を使うと貼りやすい。ただし URL の透明性は下がるため、あいさつメッセージには生 URL を使うのが無難。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 — あいさつメッセージ設定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LINE予約導線セットアップ（社内限定）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 / 営業員用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友だち追加 → 即予約導線をセット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8046720" cy="548640"/>
          </a:xfrm>
          <a:prstGeom prst="rect">
            <a:avLst/>
          </a:prstGeom>
          <a:solidFill>
            <a:srgbClr val="0C0A09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63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アクセス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4630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BE1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manager.line.biz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167128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1488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Official Account Manager にログイン → 該当アカウント選択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514600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49631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左メニュー「トークルーム管理」→「あいさつメッセージ」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2862072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284378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既定のメッセージを置換 → 下のテンプレを貼付 → 保存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3310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貼り付け用テンプレート（店舗名・URL だけ差替え）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611880"/>
            <a:ext cx="80467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70332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〈店舗名〉を友だち追加いただきありがとうございます🌸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ご予約はこちらから24時間受付中👇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https://hair-salon-link-production.up.railway.app/book/〈店舗slug〉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💌 クーポン・新作スタイルも配信予定！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「予約」と送信すると予約ページをいつでもお送りします。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 — リッチメニュー作成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LINE予約導線セットアップ（社内限定）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 / 営業員用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トーク画面の「予約ボタン」を常設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46634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600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Manager での作成手順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048256"/>
            <a:ext cx="256032" cy="25603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048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2011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Manager →「トークルーム管理」→「リッチメニュー」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2377440"/>
            <a:ext cx="256032" cy="25603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70432" y="23408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「作成」→ タイトル「予約案内」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2706624"/>
            <a:ext cx="256032" cy="25603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706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0432" y="26700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表示期間：無期限 / サイズ：大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3035808"/>
            <a:ext cx="256032" cy="25603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035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29992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テンプレート選択（1ボタン〜6ボタン）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" y="3364992"/>
            <a:ext cx="256032" cy="25603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364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70432" y="33284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画像をアップロード（2500x1686 推奨）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" y="3694176"/>
            <a:ext cx="256032" cy="25603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694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70432" y="36576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アクション：「リンク」→ 予約 URL を貼付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" y="4023360"/>
            <a:ext cx="256032" cy="25603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023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70432" y="39867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アクション名：「ご予約はこちら」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2960" y="4352544"/>
            <a:ext cx="256032" cy="25603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352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70432" y="43159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デフォルトで表示を ON → 保存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94960" y="1463040"/>
            <a:ext cx="3200400" cy="3246120"/>
          </a:xfrm>
          <a:prstGeom prst="rect">
            <a:avLst/>
          </a:prstGeom>
          <a:solidFill>
            <a:srgbClr val="F1ECE3"/>
          </a:solidFill>
          <a:ln w="6350">
            <a:solidFill>
              <a:srgbClr val="D9D1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94960" y="1463040"/>
            <a:ext cx="73152" cy="324612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画像の作り方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77840" y="201168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サイズ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2500 x 1686 px（大）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形式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JPG / PNG（1MB以下）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作成ツール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Canva（無料テンプレあり）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「LINEリッチメニュー」で検索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最小構成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1ボタン（「予約」のみ）でも十分効果あり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4 — キーワード自動返信（設定済）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LINE予約導線セットアップ（社内限定）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 / 営業員用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「予約」と送ると URL が返る仕組み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8046720" cy="640080"/>
          </a:xfrm>
          <a:prstGeom prst="rect">
            <a:avLst/>
          </a:prstGeom>
          <a:solidFill>
            <a:srgbClr val="F1ECE3"/>
          </a:solidFill>
          <a:ln w="5080">
            <a:solidFill>
              <a:srgbClr val="1665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417320"/>
            <a:ext cx="73152" cy="6400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63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この機能は HairSalonLink の Webhook で既に実装済。追加設定は不要。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既に動作するキーワード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80467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9D1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06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「予約」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60604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49040" y="2606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予約ページ URL を返信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990088"/>
            <a:ext cx="80467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9D1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9900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「クーポン」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29900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49040" y="29900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クーポン配信案内を返信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374136"/>
            <a:ext cx="80467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9D1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3741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「営業」「時間」「定休」「アクセス」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337413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49040" y="337413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店舗ページへ誘導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758184"/>
            <a:ext cx="80467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9D1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7581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それ以外の文字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7581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49040" y="37581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ヘルプ案内を返信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solidFill>
            <a:srgbClr val="FEF2F2"/>
          </a:solidFill>
          <a:ln w="3810">
            <a:solidFill>
              <a:srgbClr val="B850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297680"/>
            <a:ext cx="73152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36168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必須：LINE Developers → Messaging API 設定で「応答メッセージ」OFF／「Webhookの利用」ON。これを怠ると Bot の返信が LINE 既定の応答に上書きされる。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5 — QR コードで拡散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LINE予約導線セットアップ（社内限定）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 / 営業員用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お店の QR コードでオフライン導線を作る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店内ポスター・レジ横・名刺・会計レシート等に貼って、一度来たお客様を必ず友だち化する。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38862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920240"/>
            <a:ext cx="3886200" cy="73152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1488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友だち追加 QR（LINE OA）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6974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Manager → 「友だちを増やす」タブ → 「友だち追加QRコード」 → 画像ダウンロード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4069080"/>
            <a:ext cx="3429000" cy="502920"/>
          </a:xfrm>
          <a:prstGeom prst="rect">
            <a:avLst/>
          </a:prstGeom>
          <a:solidFill>
            <a:srgbClr val="F1ECE3"/>
          </a:solidFill>
          <a:ln w="3810">
            <a:solidFill>
              <a:srgbClr val="06C7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114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【用途】店内・名刺・レシート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920240"/>
            <a:ext cx="38862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920240"/>
            <a:ext cx="3886200" cy="7315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1488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直接予約 QR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26974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予約URL から QR コード生成（qr-code-generator.com 等）→ 画像ダウンロード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4069080"/>
            <a:ext cx="3429000" cy="502920"/>
          </a:xfrm>
          <a:prstGeom prst="rect">
            <a:avLst/>
          </a:prstGeom>
          <a:solidFill>
            <a:srgbClr val="F1ECE3"/>
          </a:solidFill>
          <a:ln w="3810">
            <a:solidFill>
              <a:srgbClr val="C9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4114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【用途】ウェブサイト・チラシ・広告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6 — エンドツーエンドテスト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LINE予約導線セットアップ（社内限定）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 / 営業員用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お客様目線で通してみる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営業員の自分のスマホで、お客様が実際にやる流れを再現。引っかかりがないか確認する。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80467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D1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8288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友だち追加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182880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665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QRコードを読み取り → あいさつメッセージが即届く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B85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失敗時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あいさつが届かない → STEP 2 のあいさつ設定を確認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304288"/>
            <a:ext cx="80467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D1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30428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リッチメニュー確認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304288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665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トーク画面の下に「ご予約はこちら」ボタンが表示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B85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失敗時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表示されない → STEP 3 のリッチメニュー「表示ON」を確認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779776"/>
            <a:ext cx="80467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D1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77977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予約ボタンをタップ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2779776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665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LINE内ブラウザで予約ページが開く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B85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失敗時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開かない or 別の場所に飛ぶ → URL の誤記を確認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255264"/>
            <a:ext cx="80467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D1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25526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メニュー・日時を選んで予約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0" y="3255264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665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完了画面が表示、DB にデータが保存される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B85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失敗時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 → HairSalonLink のログを確認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730752"/>
            <a:ext cx="80467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D1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7307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ダッシュボードで確認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3730752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665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予約一覧に新規予約が「LINE」流入で表示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B85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失敗時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表示されない → /reservations ページを再読込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206240"/>
            <a:ext cx="80467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D1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2062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 前日リマインド（翌日予約を入れた場合）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17520" y="420624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665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翌日9時に自動リマインドが LINE に届く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B85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失敗時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届かない → cron 設定と Channel Access Token を再確認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ROLES — 誰がいつやるか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LINE予約導線セットアップ（社内限定）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 / 営業員用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事前に代行する部分・オーナーに任せる部分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201168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工程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営業員（事前）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商談当日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オーナー（事後）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STEP 1  予約URL取得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65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✓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STEP 2  あいさつメッセージ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65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✓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必要に応じて文言微調整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STEP 3  リッチメニュー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65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✓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画像差替えで独自性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STEP 4  キーワード自動返信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設定済(アプリ側)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STEP 5  QRコード配布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QR画像生成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7A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QR印刷物を渡す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店内掲示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STEP 6  E2Eテスト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C7A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✓ 一緒にやる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STEP 1〜5 は全て商談前日までに営業員 PC で完了可能。当日はテスト通しだけ10分。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6576" cy="8229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BE1C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ワンタップで予約へ。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697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3つの導線を全部セットする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95351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あいさつ・リッチメニュー・自動返信で取り逃しゼロ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172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1729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事前に90%済ませる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4290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1〜5 は営業員PCで完結。当日はE2Eテストのみ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648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64845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QRコードを活用する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9044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店内に貼るだけで、来店客を 100% 友だち化できる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239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12394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契約後は画像差替えだけでOK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37997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オーナーはリッチメニューの画像変更を覚えれば十分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663440"/>
            <a:ext cx="7680960" cy="1371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 ·  社内マニュアル  ·  v1.0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HairSalonLink LINEからの予約導線セットアップ手順書</dc:title>
  <dc:subject>PptxGenJS Presentation</dc:subject>
  <dc:creator>HairSalonLink</dc:creator>
  <cp:lastModifiedBy>HairSalonLink</cp:lastModifiedBy>
  <cp:revision>1</cp:revision>
  <dcterms:created xsi:type="dcterms:W3CDTF">2026-04-21T03:42:21Z</dcterms:created>
  <dcterms:modified xsi:type="dcterms:W3CDTF">2026-04-21T03:42:21Z</dcterms:modified>
</cp:coreProperties>
</file>