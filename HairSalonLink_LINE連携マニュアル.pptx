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 SALON LINK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600" kern="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Hair Salons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LINE連携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かんたんセットアップガイド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94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スマートフォンだけで完結。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公式アカウント作成から予約通知まで、約15分。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 — なぜ LINE 連携するのか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LINE連携で、できること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2560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3736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予約リマインド自動送信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前日に「明日 ○時〜のご予約です」を自動配信。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電話での再確認・当日スッポカシが激減。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2560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73736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クーポン・新作メニュー配信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2971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休眠顧客の呼び戻し、既存客の来店サイクル短縮。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セグメント配信で反応率を最大化。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737360"/>
            <a:ext cx="2560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73736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公式アカウントで友だち増加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2971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HPB 新規を LINE 友だち化することで、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以降は自社直予約へシフトさせられる。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所要時間：約 15 分（初回のみ） / 月額：0 円からスタート可能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COST — 費用は？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料金：基本は無料で回せます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LINE公式アカウント プラン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配信可能数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コミュニケーション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 200 通まで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ライト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¥5,000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 5,000 通まで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スタンダード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¥15,000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 30,000 通まで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solidFill>
            <a:srgbClr val="F1ECE3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657600"/>
            <a:ext cx="73152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749040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無料枠（200通／月）で回せる理由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リマインド・1対1の返信・友だち追加時のウェルカムメッセージは「応答メッセージ」扱いで配信数にカウントされません。無料枠は「ブロードキャスト／セグメント配信（＝クーポン告知など）」の本数のみ消費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FLOW — 全体像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全体の流れ（7ステップ）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1773936"/>
            <a:ext cx="320040" cy="3200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73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7647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LINE公式アカウントを開設する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" y="2093976"/>
            <a:ext cx="0" cy="9144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85416"/>
            <a:ext cx="320040" cy="3200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17627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Developers Console に入る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" y="2505456"/>
            <a:ext cx="0" cy="9144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596896"/>
            <a:ext cx="320040" cy="3200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5877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プロバイダー・Messaging APIチャネルを作成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" y="2916936"/>
            <a:ext cx="0" cy="9144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08376"/>
            <a:ext cx="320040" cy="3200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9992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Access Token を発行する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0100" y="3328416"/>
            <a:ext cx="0" cy="9144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419856"/>
            <a:ext cx="320040" cy="32004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4107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の設定画面に入力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0100" y="3739896"/>
            <a:ext cx="0" cy="9144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831336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31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38221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 URL を LINE に登録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0100" y="4151376"/>
            <a:ext cx="0" cy="91440"/>
          </a:xfrm>
          <a:prstGeom prst="line">
            <a:avLst/>
          </a:prstGeom>
          <a:noFill/>
          <a:ln w="12700">
            <a:solidFill>
              <a:srgbClr val="D9D1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242816"/>
            <a:ext cx="320040" cy="320040"/>
          </a:xfrm>
          <a:prstGeom prst="ellipse">
            <a:avLst/>
          </a:prstGeom>
          <a:solidFill>
            <a:srgbClr val="06C7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23367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友だち追加してテストメッセージ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— LINE公式アカウントを開設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LINE公式アカウントを開設する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4937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スマホでの手順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ブラウザで以下を開く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linebiz.com/jp/entry/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670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6700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アカウントを開設する(無料)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8986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をタップ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1455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14553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LINEアカウントでログイン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741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普段使っているLINEでOK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62102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入力項目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8496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アカウント名 / メール / 業種：美容・ヘルスケア → 美容室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0965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965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「完了」をタップ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3251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開設完了。すぐ使えます。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645920"/>
            <a:ext cx="2926080" cy="3017520"/>
          </a:xfrm>
          <a:prstGeom prst="rect">
            <a:avLst/>
          </a:prstGeom>
          <a:solidFill>
            <a:srgbClr val="F1ECE3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1645920"/>
            <a:ext cx="73152" cy="30175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ポイント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214884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費用はかからない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完全に無料で開設できます。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アカウント名は後から変更可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まずは「店舗名 テスト」でOK。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認証済アカウントは後申請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青バッジは不要。先に運用開始を。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— Developers Console にログイン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Developers Console でプロバイダー作成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「プロバイダー」＝店舗・事業主体のまとまり。チャネルはこの下にぶら下がります。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https://developers.line.biz/console/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 URL を開いて LINE アカウントでログイン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46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初回なら「開発者登録」で名前・メールを入力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703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トップ画面で「プロバイダー」横の「作成」をタップ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78808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60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プロバイダー名：例「HairSalonLink テスト」を入力 → 作成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645152"/>
            <a:ext cx="8046720" cy="201168"/>
          </a:xfrm>
          <a:prstGeom prst="rect">
            <a:avLst/>
          </a:prstGeom>
          <a:solidFill>
            <a:srgbClr val="FEF2F2"/>
          </a:solidFill>
          <a:ln w="381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45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見つからない時は  https://developers.line.biz/console/register/provider  に直接アクセス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— Messaging APIチャネル作成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Messaging API チャネルを作る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作ったプロバイダーのページを開く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「Create a new channel」をタップ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185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種類：「Messaging API」を選択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チャネル作成フォームの入力内容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入力内容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チャネル名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LINE公式アカウント名と同じにする（例：テスト美容室）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チャネル説明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予約受付・お知らせ配信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大業種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生活関連サービス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小業種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美容・理容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メールアドレス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shibahara.724@gmail.com（ご自身のメール）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プライバシー / 利用規約URL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空欄でOK（後から設定可能）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 — 認証情報を取得する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3つの値を取得する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に入力する3つの値を、作ったチャネルのページから取得します。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20240"/>
            <a:ext cx="73152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Channel ID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Basic settings タブ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2103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数字10桁ほど。そのままコピー。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52928"/>
            <a:ext cx="73152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62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Channel Secret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Basic settings タブ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30358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英数字32桁。「表示」をタップしてコピー。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85616"/>
            <a:ext cx="73152" cy="82296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95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Channel Access Token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Messaging API settings タブ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39684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「Issue」ボタンで発行。長い英数字列。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7183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Channel Secret・Access Token は「パスワード相当」です。他人に見せない・SNS に貼らない。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 — HairSalonLink に入力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取得した3つを設定画面に入力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画面への入り方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231136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70432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にログイン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615184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下部タブバーから「もっと」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999232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「設定」をタップ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38328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0432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「LINE 連携」カードを見る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3767328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3767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3つのフィールドに貼り付け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151376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「保存」をタップ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645920"/>
            <a:ext cx="3931920" cy="3017520"/>
          </a:xfrm>
          <a:prstGeom prst="rect">
            <a:avLst/>
          </a:prstGeom>
          <a:solidFill>
            <a:srgbClr val="F1ECE3"/>
          </a:solidFill>
          <a:ln w="6350">
            <a:solidFill>
              <a:srgbClr val="D9D1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645920"/>
            <a:ext cx="73152" cy="301752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入力フィールドの対応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240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2240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Channel ID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715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Secret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2715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2715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Channel Secret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191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Access Token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31912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1912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Access Token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LIFF 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36667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3666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（任意・空欄でOK）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保存後「LINE 接続をテスト」ボタンで疎通確認。✅ と出れば成功です。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 — Webhook URL を登録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Webhook URL を LINE 側に貼る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これをやらないと、お客様からのメッセージを HairSalonLink が受信できません。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 URL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https://hair-salon-link-production.up.railway.app/api/line/webhook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Developers Console → 作ったチャネル → 「Messaging API 設定」タブ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「Webhook URL」欄に上記 URL を貼り付け → 「更新」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5701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5295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「Webhookの利用」トグルを ON にする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0448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770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「検証」ボタン → Success と出れば OK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2245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さらに下の「応答メッセージ」をオフ、「あいさつメッセージ」をオンに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8046720" cy="201168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45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HairSalonLink の設定画面に「コピー」ボタン付きで同じ URL が表示されます。そちらからコピーすると確実。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7 — 友だち追加してテスト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LINE連携マニュアル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hair-salon-link-production.up.railway.app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友だち追加 → 動作確認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25603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QRコード取得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LINE公式アカウントマネージャー →「友だちを増やす」→ QRコード を表示・保存。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5603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5204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自分のLINEで追加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383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QRコードを自分のLINEで読み取り、公式アカウントを友だち追加。ウェルカムメッセージが届きます。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25603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「予約」と送信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3383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自動返信で予約ページURLが届けば接続成功。届かない場合は STEP 6 の Webhook 設定を再確認。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予約リマインド配信は翌日予約があると自動で送信されます（cron起動時）。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COMPLETE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連携完了！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1737360"/>
          </a:xfrm>
          <a:prstGeom prst="rect">
            <a:avLst/>
          </a:prstGeom>
          <a:solidFill>
            <a:srgbClr val="120E0C"/>
          </a:solidFill>
          <a:ln w="381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3246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「LINE 接続をテスト」が失敗  </a:t>
            </a:r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Access Token が Short-lived のまま。Issue し直して長期版を保存。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53872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538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 検証で Error  </a:t>
            </a:r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の末尾が /api/line/webhook か再確認。スペース混入も要注意。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831336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831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メッセージに返信が返らない  </a:t>
            </a:r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Developers の「応答メッセージ」＝OFF、「Webhookの利用」＝ON に設定。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1239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1239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クーポン配信がカウントされる  </a:t>
            </a:r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予約リマインドと個別返信は無料枠外。クーポンなどの一斉配信のみカウント。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サポート  ·  shibahara.724@gmail.com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LINE連携マニュアル</dc:title>
  <dc:subject>PptxGenJS Presentation</dc:subject>
  <dc:creator>HairSalonLink</dc:creator>
  <cp:lastModifiedBy>HairSalonLink</cp:lastModifiedBy>
  <cp:revision>1</cp:revision>
  <dcterms:created xsi:type="dcterms:W3CDTF">2026-04-20T22:42:57Z</dcterms:created>
  <dcterms:modified xsi:type="dcterms:W3CDTF">2026-04-20T22:42:57Z</dcterms:modified>
</cp:coreProperties>
</file>