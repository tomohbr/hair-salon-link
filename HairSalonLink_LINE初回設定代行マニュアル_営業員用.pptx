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36576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 SALON LINK — INTERNAL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600" kern="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 Sales Staff Only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BE1C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LINE 初回設定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代行マニュアル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3200400" cy="1371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商談先オーナーが PC を持たない前提で、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営業員が事前に LINE 初回設定を代行するための手順書。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本資料は社外持ち出し禁止。顧客に配布しない。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OVERVIEW — 全体フロー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 初回設定代行マニュアル（社内限定）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商談 3 フェーズの役割分担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25603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63040"/>
            <a:ext cx="2560320" cy="41148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事前（商談前日まで）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  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営業員（あなた）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場所  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 / オフィスの PC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・LINE公式アカウント開設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・Messaging APIチャネル作成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・Channel Secret / Token 取得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・Webhook URL を LINE に登録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463040"/>
            <a:ext cx="25603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63040"/>
            <a:ext cx="2560320" cy="41148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536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当日（商談中）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  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オーナー + 営業員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場所  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商談先 / スマホ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2743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・HairSalonLink 新規登録（Free）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・設定画面に 3 つの値を貼付け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・接続テスト → 緑✅確認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・友だち追加して動作確認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0" y="1463040"/>
            <a:ext cx="25603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1463040"/>
            <a:ext cx="2560320" cy="411480"/>
          </a:xfrm>
          <a:prstGeom prst="rect">
            <a:avLst/>
          </a:prstGeom>
          <a:solidFill>
            <a:srgbClr val="9C7A4A"/>
          </a:solidFill>
          <a:ln w="12700">
            <a:solidFill>
              <a:srgbClr val="9C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536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事後（契約後）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  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オーナー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場所  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スマホのみ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27432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・日常の予約・顧客管理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・LINE配信・クーポン発行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・応答メッセージ運用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・追加設定は全てスマホで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PREP — 事前に用意する情報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 初回設定代行マニュアル（社内限定）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商談前にオーナーから確認すべき情報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47472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目的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取得タイミング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店舗名（正式・屋号）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LINE公式アカウント名 / チャネル名に使用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アポ取得時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オーナーのメールアドレス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LINE 公式アカウント / チャネル登録用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アポ取得時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オーナー個人の LINE ID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OA 管理権限の譲渡先（事後）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商談当日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業種（メンズ / レディース 等）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チャネル作成フォームで入力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アポ取得時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ロゴ画像（任意）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公式アカウントのプロフィール画像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事前に PNG/JPG で受領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F1ECE3"/>
          </a:solidFill>
          <a:ln w="3810">
            <a:solidFill>
              <a:srgbClr val="C9A9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4297680"/>
            <a:ext cx="73152" cy="5029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34340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営業員用の専用アドレス（例: line-setup@your-domain.com）で代理登録しておくと、後で権限移譲しやすい。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 — LINE公式アカウント開設（PC）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 初回設定代行マニュアル（社内限定）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LINE 公式アカウントを開設する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8046720" cy="594360"/>
          </a:xfrm>
          <a:prstGeom prst="rect">
            <a:avLst/>
          </a:prstGeom>
          <a:solidFill>
            <a:srgbClr val="0C0A09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481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148132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BE1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https://www.linebiz.com/jp/entry/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258568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2402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 のブラウザで URL を開き「アカウントを開設する（無料）」をクリック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624328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60604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 LINE アカウント（営業用）でログイン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990088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97180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アカウント名：店舗の正式名称（後で変更可）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55848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33756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メールアドレス：事前にオーナーから聞いた、または営業側の line-setup@～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721608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70332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業種：美容・ヘルスケア → 美容室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087368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40690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「完了」→ 公式アカウント完成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526280"/>
            <a:ext cx="8046720" cy="292608"/>
          </a:xfrm>
          <a:prstGeom prst="rect">
            <a:avLst/>
          </a:prstGeom>
          <a:solidFill>
            <a:srgbClr val="FEF2F2"/>
          </a:solidFill>
          <a:ln w="381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5445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ログインに使う LINE アカウントは、後でオーナーに譲渡する前提で設定。個人利用アカウント不可。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 — Messaging API チャネル作成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 初回設定代行マニュアル（社内限定）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Developers Console でチャネル作成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8046720" cy="594360"/>
          </a:xfrm>
          <a:prstGeom prst="rect">
            <a:avLst/>
          </a:prstGeom>
          <a:solidFill>
            <a:srgbClr val="0C0A09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481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148132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BE1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https://developers.line.biz/console/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258568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2402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 と同じ LINE アカウントでログイン（初回は開発者登録）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624328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60604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トップで「プロバイダー」横の「作成」 → 名前：店舗名（例：SALON XYZ）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990088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97180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プロバイダー内で「Create a new channel」→「Messaging API」選択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55848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33756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チャネル名：店舗名と同一 / 説明：予約受付・お知らせ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721608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70332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業種：生活関連サービス → 美容・理容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087368"/>
            <a:ext cx="292608" cy="29260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40690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プライバシー / 利用規約 URL は空欄可 → 同意 →「作成」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526280"/>
            <a:ext cx="8046720" cy="292608"/>
          </a:xfrm>
          <a:prstGeom prst="rect">
            <a:avLst/>
          </a:prstGeom>
          <a:solidFill>
            <a:srgbClr val="F1ECE3"/>
          </a:solidFill>
          <a:ln w="3810">
            <a:solidFill>
              <a:srgbClr val="C9A9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5445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チャネル作成と同時に「Messaging API専用の公式アカウント」が1つ自動生成される。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 — 認証情報取得 + Webhook 登録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 初回設定代行マニュアル（社内限定）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3つの値を控え、Webhook URL を登録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63040"/>
            <a:ext cx="2560320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Channel ID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Basic settings タブ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数字10桁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46304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63040"/>
            <a:ext cx="2560320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Channel Secret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Basic settings タブ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英数字32桁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146304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1463040"/>
            <a:ext cx="2560320" cy="73152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Access Token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7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Messaging API タブ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発行ボタン押下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880360"/>
            <a:ext cx="8046720" cy="685800"/>
          </a:xfrm>
          <a:prstGeom prst="rect">
            <a:avLst/>
          </a:prstGeom>
          <a:solidFill>
            <a:srgbClr val="0C0A09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Webhook URL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32461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BE1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https://hair-salon-link-production.up.railway.app/api/line/webhook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767328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3749040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チャネルの「Messaging API settings」タブ → Webhook URL に上記を貼付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069080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" y="405079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「検証」→ Success を確認、「Webhookの利用」ON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370832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68680" y="4352544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同タブ下部「応答メッセージ」OFF、「あいさつメッセージ」ON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6451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🔐 取得した3つは、後でオーナーに安全に伝達（パスワード保護 PDF / 1Password 共有リンク等）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 — 事前テスト（営業員側）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 初回設定代行マニュアル（社内限定）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商談前に必ず動作確認する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商談当日「あれ、動かない…」を防ぐため、前日までに自分の環境でダミー通しをする。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37944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013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178308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ダミーの HairSalonLink 店舗を Free プランで作成（メアドは使い捨てで OK）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249424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128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219456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設定画面 → LINE 連携に、取得した Channel ID / Secret / Token を入力して保存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660904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243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60604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「LINE 接続をテスト」ボタン → ✅緑表示 を確認（認証 OK）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072384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358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301752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自分のスマホで公式アカウントを友だち追加（QRコードは LINE Official Account Manager の「友だちを増やす」タブ）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483864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472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342900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友だち追加直後、ウェルカムメッセージが自分の LINE に届くか確認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895344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587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384048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「予約」と送信 → 自動返信で予約ページ URL が届くか確認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306824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702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425196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ダッシュボード → 顧客一覧 に自分が「LINE友だち」として追加されているか確認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 — 商談当日のオペレーション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 初回設定代行マニュアル（社内限定）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商談当日：オーナーのスマホで完了させる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329184" cy="3291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417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新規登録（オーナー本人）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645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オーナーのスマホで /register → Free プラン → 店舗名・メール・パスワード入力。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1993392"/>
            <a:ext cx="329184" cy="3291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9476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 → 設定画面へ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1762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下部タブ「もっと」→「設定」→ 「LINE 連携」カード。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523744"/>
            <a:ext cx="329184" cy="3291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47802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3つの値を入力 →「保存」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70662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事前に用意した Channel ID / Secret / Access Token を読み上げて、オーナーが入力。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054096"/>
            <a:ext cx="329184" cy="3291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0083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「LINE 接続をテスト」ボタン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23697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✅緑の「接続成功」表示 → オーナーに OA 名が一致していることを見せる。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584448"/>
            <a:ext cx="329184" cy="3291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5387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公式アカウントを友だち追加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7673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QRコード（Manager アプリ）をオーナーに読み込んでもらう。ウェルカムメッセージ着信で感動ポイント。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114800"/>
            <a:ext cx="329184" cy="329184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A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0690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「予約」と送ってもらう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" y="4297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予約ページ URL が自動返信。「これが24時間365日動くんです」と締める。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6 — 権限移譲（契約成立後）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 初回設定代行マニュアル（社内限定）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管理権限をオーナーに完全移譲する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この工程をやらないと、営業員の LINE アカウントが消えた瞬間にお客様の LINE OA が使えなくなる。必ず実施。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2560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11680"/>
            <a:ext cx="2560320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 公式アカウント側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・Manager → 設定 → 権限 → オーナーの LINE ID を「管理者」で招待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・オーナー側で承認後、営業員の権限を「担当者」→ 最終的に削除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2011680"/>
            <a:ext cx="2560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011680"/>
            <a:ext cx="2560320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 Developers Console 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2788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・プロバイダー → Admin タブ → Add → オーナーのメール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・招待メール承認後、営業員の権限を削除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2011680"/>
            <a:ext cx="2560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1BF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0" y="2011680"/>
            <a:ext cx="2560320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2788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・設定代行で営業員アカウントを作っていた場合はオーナーへ譲渡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・パスワードリセットリンクをオーナーに送付 → オーナーが新規パスワード設定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TROUBLESHOOT — 困った時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863840" y="256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892040"/>
            <a:ext cx="8046720" cy="10973"/>
          </a:xfrm>
          <a:prstGeom prst="rect">
            <a:avLst/>
          </a:prstGeom>
          <a:solidFill>
            <a:srgbClr val="D9D1BF"/>
          </a:solidFill>
          <a:ln w="12700">
            <a:solidFill>
              <a:srgbClr val="D9D1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9560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— LINE 初回設定代行マニュアル（社内限定）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0" y="49560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v1.0 / 営業員用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現場で止まった時の即解決表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56032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症状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原因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即対応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「LINE 接続をテスト」が失敗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Access Token が短命版 / コピペ時の空白混入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Developers Console で長期版 Issue し直し、空白除去して再保存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Webhook「検証」で Error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URL末尾 / の有無ズレ、Webhook OFF のまま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URL を再貼付（末尾スラなし）、「Webhook利用」ON に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返信が来ない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応答メッセージ ON のまま競合 / Webhook OFF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Manager の応答設定を Bot 優先に変更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スマホでアプリに飛んでしまう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Universal Link（iOS仕様）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Safari「デスクトップ用Webサイト表示」で回避、最終的に PC で実施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191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無料枠 200通を超える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5F5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一斉配信の連発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653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セグメント配信に切替、月末前なら送信抑制 / ライトプラン昇格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1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9A9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CHECKLIST —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E1C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導入を止めない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243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26060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事前準備で 90% 終わらせる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8803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1〜4 を商談前日までに営業員 PC で完了。当日は「値を入れて保存」だけ。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3101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32918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つの値は安全に渡す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35661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Channel Secret と Access Token は口頭読み上げか、暗号化メモで共有。メールやチャット直貼禁止。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995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C9A96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39776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E1C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権限移譲を契約後 7 日以内に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42519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営業員の LINE/Developers 権限を外し、オーナー本人に完全帰属させる。自動リマインダー設定推奨。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7680960" cy="1371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091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99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HairSalonLink  ·  社内マニュアル  ·  v1.0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HairSalonLink LINE初回設定代行マニュアル（営業員向け）</dc:title>
  <dc:subject>PptxGenJS Presentation</dc:subject>
  <dc:creator>HairSalonLink</dc:creator>
  <cp:lastModifiedBy>HairSalonLink</cp:lastModifiedBy>
  <cp:revision>1</cp:revision>
  <dcterms:created xsi:type="dcterms:W3CDTF">2026-04-21T03:02:11Z</dcterms:created>
  <dcterms:modified xsi:type="dcterms:W3CDTF">2026-04-21T03:02:11Z</dcterms:modified>
</cp:coreProperties>
</file>