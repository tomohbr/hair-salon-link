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スマートフォンで QR コードをスキャンしてください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647688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219456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0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ランディングページ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20040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サービス紹介・料金・申込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2743200"/>
            <a:ext cx="3840480" cy="411480"/>
          </a:xfrm>
          <a:prstGeom prst="rect">
            <a:avLst/>
          </a:prstGeom>
          <a:solidFill>
            <a:srgbClr val="E5EDF2"/>
          </a:solidFill>
          <a:ln/>
        </p:spPr>
      </p:sp>
      <p:sp>
        <p:nvSpPr>
          <p:cNvPr id="11" name="Text 8"/>
          <p:cNvSpPr/>
          <p:nvPr/>
        </p:nvSpPr>
        <p:spPr>
          <a:xfrm>
            <a:off x="3246120" y="2743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https://hair-salon-link-production.up.railway.app/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20040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スキャンしたら、表示される URL をタップしてアクセス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4480560"/>
            <a:ext cx="6647688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754880"/>
            <a:ext cx="2194560" cy="21945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0040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3657600" y="4754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サンプル店舗の予約ページ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200400" y="5257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実際の予約導線を体験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200400" y="5760720"/>
            <a:ext cx="3840480" cy="411480"/>
          </a:xfrm>
          <a:prstGeom prst="rect">
            <a:avLst/>
          </a:prstGeom>
          <a:solidFill>
            <a:srgbClr val="E5EDF2"/>
          </a:solidFill>
          <a:ln/>
        </p:spPr>
      </p:sp>
      <p:sp>
        <p:nvSpPr>
          <p:cNvPr id="19" name="Text 15"/>
          <p:cNvSpPr/>
          <p:nvPr/>
        </p:nvSpPr>
        <p:spPr>
          <a:xfrm>
            <a:off x="3246120" y="5760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https://hair-salon-link-production.up.railway.app/book/hair-salon-demo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200400" y="6263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スキャンしたら、表示される URL をタップしてアクセス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57200" y="7498080"/>
            <a:ext cx="6647688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772400"/>
            <a:ext cx="2194560" cy="21945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200400" y="7772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2800" dirty="0"/>
          </a:p>
        </p:txBody>
      </p:sp>
      <p:sp>
        <p:nvSpPr>
          <p:cNvPr id="24" name="Text 19"/>
          <p:cNvSpPr/>
          <p:nvPr/>
        </p:nvSpPr>
        <p:spPr>
          <a:xfrm>
            <a:off x="3657600" y="7772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ログイン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3200400" y="8275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管理画面 (運営者・店舗オーナー用)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3200400" y="8778240"/>
            <a:ext cx="3840480" cy="411480"/>
          </a:xfrm>
          <a:prstGeom prst="rect">
            <a:avLst/>
          </a:prstGeom>
          <a:solidFill>
            <a:srgbClr val="E5EDF2"/>
          </a:solidFill>
          <a:ln/>
        </p:spPr>
      </p:sp>
      <p:sp>
        <p:nvSpPr>
          <p:cNvPr id="27" name="Text 22"/>
          <p:cNvSpPr/>
          <p:nvPr/>
        </p:nvSpPr>
        <p:spPr>
          <a:xfrm>
            <a:off x="3246120" y="8778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https://hair-salon-link-production.up.railway.app/login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3200400" y="9281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スキャンしたら、表示される URL をタップしてアクセス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57200" y="10058400"/>
            <a:ext cx="6647688" cy="0"/>
          </a:xfrm>
          <a:prstGeom prst="line">
            <a:avLst/>
          </a:prstGeom>
          <a:noFill/>
          <a:ln w="6350">
            <a:solidFill>
              <a:srgbClr val="D9D3C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57200" y="10149840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HairSalonLink — 美容室向け顧客管理 SaaS  |  お問い合わせ: shibahara.724@gmail.com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1F5F8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HairSalonLink QRコード一覧</dc:title>
  <dc:subject>PptxGenJS Presentation</dc:subject>
  <dc:creator>HairSalonLink</dc:creator>
  <cp:lastModifiedBy>HairSalonLink</cp:lastModifiedBy>
  <cp:revision>1</cp:revision>
  <dcterms:created xsi:type="dcterms:W3CDTF">2026-04-20T14:22:14Z</dcterms:created>
  <dcterms:modified xsi:type="dcterms:W3CDTF">2026-04-20T14:22:14Z</dcterms:modified>
</cp:coreProperties>
</file>